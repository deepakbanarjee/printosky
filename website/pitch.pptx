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50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PITCH · 2026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Print</a:t>
            </a:r>
            <a:pPr indent="0" marL="0">
              <a:buNone/>
            </a:pPr>
            <a:r>
              <a:rPr lang="en-US" sz="6400" b="1" spc="-100" kern="0" dirty="0">
                <a:solidFill>
                  <a:srgbClr val="E8500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osky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6858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spc="-30" kern="0" dirty="0">
                <a:solidFill>
                  <a:srgbClr val="CCCCC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Print Marketplace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spc="-30" kern="0" dirty="0">
                <a:solidFill>
                  <a:srgbClr val="CCCCC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for Thrissur.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 → Quote → Pay → Print → Pickup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brand. Multiple stores. Zero friction.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92640" y="4206240"/>
            <a:ext cx="3474720" cy="3474720"/>
          </a:xfrm>
          <a:prstGeom prst="ellipse">
            <a:avLst/>
          </a:prstGeom>
          <a:solidFill>
            <a:srgbClr val="E8500A">
              <a:alpha val="6000"/>
            </a:srgbClr>
          </a:solidFill>
          <a:ln w="6350">
            <a:solidFill>
              <a:srgbClr val="E8500A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50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spc="-50" kern="0" dirty="0">
                <a:solidFill>
                  <a:srgbClr val="0D111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Printing shouldn't require a treasure hunt.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89888"/>
            <a:ext cx="5120640" cy="640080"/>
          </a:xfrm>
          <a:prstGeom prst="rect">
            <a:avLst>
              <a:gd name="adj" fmla="val 10000"/>
            </a:avLst>
          </a:prstGeom>
          <a:solidFill>
            <a:srgbClr val="EAE6E0"/>
          </a:solidFill>
          <a:ln w="3810">
            <a:solidFill>
              <a:srgbClr val="DD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15453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🗺️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05256" y="14996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waste 30 min hunting for a free shop — walk in, find a queue, walk out. Repeat.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2139696"/>
            <a:ext cx="5120640" cy="640080"/>
          </a:xfrm>
          <a:prstGeom prst="rect">
            <a:avLst>
              <a:gd name="adj" fmla="val 10000"/>
            </a:avLst>
          </a:prstGeom>
          <a:solidFill>
            <a:srgbClr val="EAE6E0"/>
          </a:solidFill>
          <a:ln w="3810">
            <a:solidFill>
              <a:srgbClr val="DDD8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22951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5256" y="22494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way to know if a shop is free before making the trip. Every visit is a gamble.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889504"/>
            <a:ext cx="5120640" cy="640080"/>
          </a:xfrm>
          <a:prstGeom prst="rect">
            <a:avLst>
              <a:gd name="adj" fmla="val 10000"/>
            </a:avLst>
          </a:prstGeom>
          <a:solidFill>
            <a:srgbClr val="EAE6E0"/>
          </a:solidFill>
          <a:ln w="3810">
            <a:solidFill>
              <a:srgbClr val="DDD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30449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5256" y="29992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lose jobs to each other based on proximity alone — not quality, speed, or availability.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3639312"/>
            <a:ext cx="5120640" cy="640080"/>
          </a:xfrm>
          <a:prstGeom prst="rect">
            <a:avLst>
              <a:gd name="adj" fmla="val 10000"/>
            </a:avLst>
          </a:prstGeom>
          <a:solidFill>
            <a:srgbClr val="EAE6E0"/>
          </a:solidFill>
          <a:ln w="3810">
            <a:solidFill>
              <a:srgbClr val="DDD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3794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5256" y="3749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digital record of jobs, payments, or customers. Zero structured repeat-customer pipeline.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06440" y="1298448"/>
            <a:ext cx="2926080" cy="3383280"/>
          </a:xfrm>
          <a:prstGeom prst="rect">
            <a:avLst>
              <a:gd name="adj" fmla="val 3750"/>
            </a:avLst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53619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73%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5989320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Thrissur students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print at least once a month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72200" y="2971800"/>
            <a:ext cx="384048" cy="36576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0906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5989320" y="3703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those shops have a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ordering system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F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50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SOLUTION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One WhatsApp number.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Every print shop in Thrissur.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AACC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Printosky is a unified print marketplace — customers message once, we route the job to the best available store, they pay online, and pick up with a secure code.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40965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 number for all stores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023360" y="3291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023360" y="40965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stores sharing the job stream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0" y="3291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498080" y="40965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 installs required to join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875520" y="2194560"/>
            <a:ext cx="3291840" cy="329184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50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JOURNEY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spc="-50" kern="0" dirty="0">
                <a:solidFill>
                  <a:srgbClr val="0D111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How it works — in 4 steps.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44752"/>
            <a:ext cx="256032" cy="256032"/>
          </a:xfrm>
          <a:prstGeom prst="ellipse">
            <a:avLst/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44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58952" y="1463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file via WhatsApp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17007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messages +91 94957 06405 with their PDF. Bot responds with a quote in seconds.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2194560"/>
            <a:ext cx="256032" cy="256032"/>
          </a:xfrm>
          <a:prstGeom prst="ellipse">
            <a:avLst/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94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58952" y="22128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 &amp; pay online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" y="2450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approves and pays via Razorpay (UPI, card, net banking). Full amount collected upfront.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2944368"/>
            <a:ext cx="256032" cy="256032"/>
          </a:xfrm>
          <a:prstGeom prst="ellipse">
            <a:avLst/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44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58952" y="29626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 auto-routed to best store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" y="3200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Routing engine scores every partner by capacity and queue depth, assigns in real time.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694176"/>
            <a:ext cx="256032" cy="256032"/>
          </a:xfrm>
          <a:prstGeom prst="ellipse">
            <a:avLst/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94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58952" y="37124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 with secure code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" y="3950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gets a unique P-XXXX code via WhatsApp. Show it at the counter, collect the job.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0" y="1234440"/>
            <a:ext cx="3291840" cy="3566160"/>
          </a:xfrm>
          <a:prstGeom prst="rect">
            <a:avLst>
              <a:gd name="adj" fmla="val 3333"/>
            </a:avLst>
          </a:prstGeom>
          <a:solidFill>
            <a:srgbClr val="F5F1EB"/>
          </a:solidFill>
          <a:ln w="3810">
            <a:solidFill>
              <a:srgbClr val="DDD8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1389888"/>
            <a:ext cx="2971800" cy="658368"/>
          </a:xfrm>
          <a:prstGeom prst="rect">
            <a:avLst>
              <a:gd name="adj" fmla="val 9722"/>
            </a:avLst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44475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D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💬 Customer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492240" y="16367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"Hi, 40 pages B&amp;W A4, single side."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382512" y="2167128"/>
            <a:ext cx="2971800" cy="658368"/>
          </a:xfrm>
          <a:prstGeom prst="rect">
            <a:avLst>
              <a:gd name="adj" fmla="val 9722"/>
            </a:avLst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22199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🤖 Printosky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492240" y="24140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 pages B&amp;W A4 = ₹20. Pay here →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382512" y="2944368"/>
            <a:ext cx="2971800" cy="658368"/>
          </a:xfrm>
          <a:prstGeom prst="rect">
            <a:avLst>
              <a:gd name="adj" fmla="val 9722"/>
            </a:avLst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99923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 Confirmed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92240" y="31912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"Order confirmed. Routed to OSP Thriprayar."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382512" y="3721608"/>
            <a:ext cx="2971800" cy="658368"/>
          </a:xfrm>
          <a:prstGeom prst="rect">
            <a:avLst>
              <a:gd name="adj" fmla="val 9722"/>
            </a:avLst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77647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🔔 Ready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92240" y="39684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 code: P-4K8X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Address: OSP, Thriprayar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50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PARTNER STORES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spc="-50" kern="0" dirty="0">
                <a:solidFill>
                  <a:srgbClr val="0D111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Join Printosky. Get jobs. No software needed.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stores receive jobs via WhatsApp — no API, no software install. Tap ACCEPT, print, mark ready.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719072"/>
            <a:ext cx="2633472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3794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1865376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WhatsApp dispatch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2194560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Jobs arrive as WhatsApp messages with the file, specs, and pickup code. Tap ACCEPT to claim.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27248" y="1719072"/>
            <a:ext cx="2633472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83794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02736" y="1865376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Automatic routing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 sends jobs to the best available store. No bidding. No chasing customers.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833872" y="1719072"/>
            <a:ext cx="2633472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1032" y="183794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💳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865376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Instant Razorpay payouts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98464" y="2194560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 splits on completion. Your share lands in your account — zero manual settlement.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3127248"/>
            <a:ext cx="2633472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461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3273552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Pickup code verification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6072" y="3602736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show a P-XXXX code at counter. No name lookup, no receipt confusion.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27248" y="3127248"/>
            <a:ext cx="2633472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32461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02736" y="3273552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Live order tracking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3602736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track at printosky.com/track — no calls asking "is it done yet?"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33872" y="3127248"/>
            <a:ext cx="2633472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71032" y="32461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🛠️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273552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Keep your setup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98464" y="3602736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printers, your folder system — we wrap around what you have. Nothing changes.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50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TECHNOLOGY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Smart routing. Every job to the right store.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a customer pays, our routing engine scores every partner store in real time — by capacity, queue depth, and paper availability — then assigns automatically.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542032"/>
            <a:ext cx="2103120" cy="987552"/>
          </a:xfrm>
          <a:prstGeom prst="rect">
            <a:avLst>
              <a:gd name="adj" fmla="val 7407"/>
            </a:avLst>
          </a:prstGeom>
          <a:solidFill>
            <a:srgbClr val="1A2333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334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INCOMING JOB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48640" y="287121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40pg B&amp;W A4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6352" y="2542032"/>
            <a:ext cx="2103120" cy="987552"/>
          </a:xfrm>
          <a:prstGeom prst="rect">
            <a:avLst>
              <a:gd name="adj" fmla="val 7407"/>
            </a:avLst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26334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DD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ROUTING ENGINE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2907792" y="287121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⚡ Scoring...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2542032"/>
            <a:ext cx="2103120" cy="987552"/>
          </a:xfrm>
          <a:prstGeom prst="rect">
            <a:avLst>
              <a:gd name="adj" fmla="val 7407"/>
            </a:avLst>
          </a:prstGeom>
          <a:solidFill>
            <a:srgbClr val="1A2333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26334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STORE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257800" y="287121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OSP Thriprayar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2798064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55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798064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55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749040"/>
            <a:ext cx="2633472" cy="1325880"/>
          </a:xfrm>
          <a:prstGeom prst="rect">
            <a:avLst>
              <a:gd name="adj" fmla="val 6897"/>
            </a:avLst>
          </a:prstGeom>
          <a:solidFill>
            <a:srgbClr val="1A2333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895344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60 s ack timeout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" y="4224528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response in 60 s? Job auto-routes to the next best store. No job left behind.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27248" y="3749040"/>
            <a:ext cx="2633472" cy="1325880"/>
          </a:xfrm>
          <a:prstGeom prst="rect">
            <a:avLst>
              <a:gd name="adj" fmla="val 6897"/>
            </a:avLst>
          </a:prstGeom>
          <a:solidFill>
            <a:srgbClr val="1A2333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895344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Capacity-aware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4224528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declare daily capacity and paper types. Engine never overloads a store.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833872" y="3749040"/>
            <a:ext cx="2633472" cy="1325880"/>
          </a:xfrm>
          <a:prstGeom prst="rect">
            <a:avLst>
              <a:gd name="adj" fmla="val 6897"/>
            </a:avLst>
          </a:prstGeom>
          <a:solidFill>
            <a:srgbClr val="1A2333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98464" y="3895344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Full audit trail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98464" y="4224528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routing decision is logged. Fairness disputes resolved with data, not arguments.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50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spc="-50" kern="0" dirty="0">
                <a:solidFill>
                  <a:srgbClr val="0D111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Razorpay Route splits every payment instantly.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90472"/>
            <a:ext cx="256032" cy="256032"/>
          </a:xfrm>
          <a:prstGeom prst="ellipse">
            <a:avLst/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90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58952" y="1508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pays full amount upfront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17465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Collected at order time via UPI, card, or net banking.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2267712"/>
            <a:ext cx="256032" cy="256032"/>
          </a:xfrm>
          <a:prstGeom prst="ellipse">
            <a:avLst/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67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⚡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58952" y="2286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Razorpay Route splits on payment capture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" y="25237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 fee separated automatically. Partner's share transferred directly to their account.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3044952"/>
            <a:ext cx="256032" cy="256032"/>
          </a:xfrm>
          <a:prstGeom prst="ellipse">
            <a:avLst/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44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58952" y="3063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Settlement in your Razorpay account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" y="33009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intermediaries. Direct to the partner's registered bank account.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35040" y="1298448"/>
            <a:ext cx="3200400" cy="3364992"/>
          </a:xfrm>
          <a:prstGeom prst="rect">
            <a:avLst>
              <a:gd name="adj" fmla="val 3429"/>
            </a:avLst>
          </a:prstGeom>
          <a:solidFill>
            <a:srgbClr val="F5F1EB"/>
          </a:solidFill>
          <a:ln w="3810">
            <a:solidFill>
              <a:srgbClr val="DDD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630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₹100 PRINT JOB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217920" y="1883664"/>
            <a:ext cx="2834640" cy="530352"/>
          </a:xfrm>
          <a:prstGeom prst="rect">
            <a:avLst>
              <a:gd name="adj" fmla="val 12069"/>
            </a:avLst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pays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197510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₹100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578608"/>
            <a:ext cx="2834640" cy="530352"/>
          </a:xfrm>
          <a:prstGeom prst="rect">
            <a:avLst>
              <a:gd name="adj" fmla="val 12069"/>
            </a:avLst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2715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Printosky platform fee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38160" y="267004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₹10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3273552"/>
            <a:ext cx="2834640" cy="530352"/>
          </a:xfrm>
          <a:prstGeom prst="rect">
            <a:avLst>
              <a:gd name="adj" fmla="val 12069"/>
            </a:avLst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34107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store receives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38160" y="33649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₹90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8953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Take-rate is configurable per partner.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50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EXPERIENCE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spc="-50" kern="0" dirty="0">
                <a:solidFill>
                  <a:srgbClr val="0D111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Frictionless pickup. Zero confusion.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paid job gets a cryptographically random 4-character code. Customer shows it at the counter — no name lookup, no receipt, no phone call.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2286000"/>
            <a:ext cx="2331720" cy="749808"/>
          </a:xfrm>
          <a:prstGeom prst="rect">
            <a:avLst>
              <a:gd name="adj" fmla="val 12195"/>
            </a:avLst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286000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P‑4K8X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3182112"/>
            <a:ext cx="256032" cy="256032"/>
          </a:xfrm>
          <a:prstGeom prst="ellipse">
            <a:avLst/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182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📲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58952" y="3200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 via WhatsApp when job is ready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3438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marks ready → WhatsApp notification fires instantly.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256032" cy="256032"/>
          </a:xfrm>
          <a:prstGeom prst="ellipse">
            <a:avLst/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31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🔍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58952" y="39502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tracking at printosky.com/track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" y="4187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login. 5 stages: Received → Paid → Printing → Ready → Delivered.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261872"/>
            <a:ext cx="3291840" cy="34290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5080">
            <a:solidFill>
              <a:srgbClr val="DDD8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426464"/>
            <a:ext cx="2907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20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#P‑4K8X · LIVE STATUS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6245352" y="1901952"/>
            <a:ext cx="146304" cy="14630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18562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83880" y="1856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245352" y="2395728"/>
            <a:ext cx="146304" cy="14630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2350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183880" y="2350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245352" y="2889504"/>
            <a:ext cx="146304" cy="146304"/>
          </a:xfrm>
          <a:prstGeom prst="ellipse">
            <a:avLst/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28437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83880" y="28437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850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⟳ In progress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245352" y="3383280"/>
            <a:ext cx="146304" cy="14630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3337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Ready for pickup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45352" y="3877056"/>
            <a:ext cx="146304" cy="14630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38313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90488" y="4462272"/>
            <a:ext cx="2907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printosky.com/track · No login required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F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50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Built on a real, live store.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AACC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Printosky is not a concept deck. It runs live at Oxygen Students Paradise, Thriprayar, Thrissur — processing real print jobs, real payments, real customers every day.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134+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7764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Jobs processed via the platform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0" y="2971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0" y="37764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printers (Konica + Epson)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0" y="2971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498080" y="37764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Cash — 100% digital payments via Razorpay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686800" cy="621792"/>
          </a:xfrm>
          <a:prstGeom prst="rect">
            <a:avLst>
              <a:gd name="adj" fmla="val 11765"/>
            </a:avLst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3159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stack since 2025: Store PC → Watcher → Konica / Epson  ·  WhatsApp Cloud API (Meta)  ·  Razorpay  ·  Supabase  ·  Vercel API  ·  Netlify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601200" y="3931920"/>
            <a:ext cx="3108960" cy="310896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50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THE MARKETPLACE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Ready to receive pre-paid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jobs — automatically?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We're onboarding the first wave of partner stores in Thrissur. If your shop handles print jobs and you want a guaranteed pipeline of digital customers — let's talk.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3584448"/>
            <a:ext cx="2926080" cy="566928"/>
          </a:xfrm>
          <a:prstGeom prst="rect">
            <a:avLst>
              <a:gd name="adj" fmla="val 12903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5844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Message us on WhatsApp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20440" y="3584448"/>
            <a:ext cx="2286000" cy="566928"/>
          </a:xfrm>
          <a:prstGeom prst="rect">
            <a:avLst>
              <a:gd name="adj" fmla="val 12903"/>
            </a:avLst>
          </a:prstGeom>
          <a:solidFill>
            <a:srgbClr val="1A2333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358444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  Download this deck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793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wa.me/919495706405  ·  printosky.com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418320" y="3474720"/>
            <a:ext cx="3291840" cy="3291840"/>
          </a:xfrm>
          <a:prstGeom prst="ellipse">
            <a:avLst/>
          </a:prstGeom>
          <a:solidFill>
            <a:srgbClr val="E8500A">
              <a:alpha val="6000"/>
            </a:srgbClr>
          </a:solidFill>
          <a:ln w="12700">
            <a:solidFill>
              <a:srgbClr val="E8500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Oxygen Students Paradise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Printosky Marketplace</dc:title>
  <dc:subject>Printosky Marketplace — Partner Pitch 2026</dc:subject>
  <dc:creator>Printosky</dc:creator>
  <cp:lastModifiedBy>Printosky</cp:lastModifiedBy>
  <cp:revision>1</cp:revision>
  <dcterms:created xsi:type="dcterms:W3CDTF">2026-05-04T19:23:07Z</dcterms:created>
  <dcterms:modified xsi:type="dcterms:W3CDTF">2026-05-04T19:23:07Z</dcterms:modified>
</cp:coreProperties>
</file>